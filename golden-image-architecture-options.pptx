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EB6968-FEA0-4435-B8B0-277F5B083DEE}">
  <a:tblStyle styleId="{F2EB6968-FEA0-4435-B8B0-277F5B083DE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Golden Image Pipeline: Architecture Options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AAP-orchestrated vs. runner-only — CUSTOM_STIG RHEL 9 pilot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option runs the same ten stages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validate — profile pin check + Ansible syntax check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preflight — vCenter reachability, Content Library pin, build-IP guard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build — deploy ephemeral VM from the pinned template, assign static IP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harden — include_role: rhel9_stig (from CUSTOM_STIG-main, unchanged)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functional — OS/SSH smoke test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compliance — CINC scan + saf validate threshold (the real pass/fail gate)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generalize — strip static IP/hostname before promotion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attest — write attestation.json (tool + profile versions)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promote — manual, default branch only, publishes a new Content Library item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cleanup — always destroys the build VM on main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 A: AAP-orchestrated (current)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GitLab runner calls scripts/launch-aap-job.sh for 7 of 10 stages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launch-aap-job.sh: resolve template name -&gt; ID, POST launch, poll /api/v2/jobs until terminal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AAP holds vCenter credentials via a custom credential type / injector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AAP execution environment owns collections (community.vmware, vmware.vmware_rest) and their Python deps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Only compliance (CINC/SAF) and attest run directly on the runner today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Two systems to open when something fails: GitLab job log, then the AAP job log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Option A: pros / cons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457200" y="1051560"/>
            <a:ext cx="539496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7A34"/>
                </a:solidFill>
                <a:latin typeface="Calibri"/>
                <a:ea typeface="Calibri"/>
                <a:cs typeface="Calibri"/>
                <a:sym typeface="Calibri"/>
              </a:rPr>
              <a:t>Pros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Centralized RBAC: GitLab users never hold vCenter creds, even masked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One audit trail across every automation that touches vCenter, not just this pipeline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AAP UI lets non-Git operators launch playbooks ad hoc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Built-in scheduling / notifications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AAP execution environment isolates collection/Python deps from the runner OS</a:t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6263640" y="1051560"/>
            <a:ext cx="539496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9B2C2C"/>
                </a:solidFill>
                <a:latin typeface="Calibri"/>
                <a:ea typeface="Calibri"/>
                <a:cs typeface="Calibri"/>
                <a:sym typeface="Calibri"/>
              </a:rPr>
              <a:t>Cons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scripts/launch-aap-job.sh: ~60 lines of hand-rolled curl+python REST polling to maintain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7 job templates to keep in sync with every playbook rename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Custom credential type/injector required just to get VMWARE_* into the AAP job's env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Two logs to correlate on every failure (GitLab + AAP)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AAP 2.5 -&gt; 2.7 upgrade is a second system's upgrade risk, on top of GitLab's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Airgapped runner still needs network path to AAP, and AAP needs its own path to vCenter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 B: runner-only (this refactor)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Every stage is a single ansible-playbook or bash script line in .gitlab-ci.yml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playbooks/vars/pipeline_defaults.yml already reads lookup('env', ...) — GitLab auto-exports CI/CD variables as env vars, so this just works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VMWARE_HOST/USER/PASSWORD become masked + protected GitLab CI/CD variables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Runner needs community.vmware/vmware.vmware_rest + their Python deps installed locally (pyvmomi, aiohttp, vSphere Automation SDK)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Airgapped runner: collections from self-hosted Automation Hub or tarball; Python deps via Satellite or bastion SFTP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One log to read: the GitLab pipeline job output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Option B: pros / cons</a:t>
            </a: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457200" y="1051560"/>
            <a:ext cx="539496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7A34"/>
                </a:solidFill>
                <a:latin typeface="Calibri"/>
                <a:ea typeface="Calibri"/>
                <a:cs typeface="Calibri"/>
                <a:sym typeface="Calibri"/>
              </a:rPr>
              <a:t>Pros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Deletes scripts/launch-aap-job.sh entirely (~60 lines, and its failure modes)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Deletes 7 AAP_JT_* + AAP_HOST + AAP_TOKEN variables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No job templates to keep in sync with playbook renames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One system to debug per failure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No second product's upgrade cycle (AAP 2.5 -&gt; 2.7) in the critical path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workflow:rules now gate full builds to main; merge requests never need vCenter creds at all</a:t>
            </a:r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6263640" y="1051560"/>
            <a:ext cx="539496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9B2C2C"/>
                </a:solidFill>
                <a:latin typeface="Calibri"/>
                <a:ea typeface="Calibri"/>
                <a:cs typeface="Calibri"/>
                <a:sym typeface="Calibri"/>
              </a:rPr>
              <a:t>Cons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vCenter credentials are masked/protected GitLab variables, not behind a separate credential/RBAC layer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Runner now owns collection + Python SDK maintenance (pyvmomi, aiohttp, vSphere SDK) previously handled by AAP's execution environment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No AAP UI for ad hoc/non-Git launches of these playbooks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No cross-pipeline audit trail beyond GitLab's own job logs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• Airgapped install of those Python/collection deps is a one-time but real setup task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2A37"/>
                </a:solidFill>
                <a:latin typeface="Calibri"/>
                <a:ea typeface="Calibri"/>
                <a:cs typeface="Calibri"/>
                <a:sym typeface="Calibri"/>
              </a:rPr>
              <a:t>Side-by-side comparison</a:t>
            </a:r>
            <a:endParaRPr/>
          </a:p>
        </p:txBody>
      </p:sp>
      <p:graphicFrame>
        <p:nvGraphicFramePr>
          <p:cNvPr id="123" name="Google Shape;123;p19"/>
          <p:cNvGraphicFramePr/>
          <p:nvPr/>
        </p:nvGraphicFramePr>
        <p:xfrm>
          <a:off x="320040" y="914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{F2EB6968-FEA0-4435-B8B0-277F5B083DEE}</a:tableStyleId>
              </a:tblPr>
              <a:tblGrid>
                <a:gridCol w="2743200"/>
                <a:gridCol w="4389125"/>
                <a:gridCol w="4389125"/>
              </a:tblGrid>
              <a:tr h="62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Dimension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Option A: AAP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Option B: runner-only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2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Components to maintain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GitLab CI + AAP (7 job templates, 1 cred type, 1 EE)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GitLab CI only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2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Code removed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— (baseline)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scripts/launch-aap-job.sh (~60 lines); 7 AAP_JT_* + AAP_HOST/TOKEN vars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2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Where secrets live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AAP credential (injected into AAP's execution env only)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GitLab masked + protected CI/CD variables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2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RBAC / audit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AAP RBAC + audit log, shared across all AAP automations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GitLab protected-branch permissions only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2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Airgap dependencies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Collections/Python deps live in the AAP execution environment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Collections/Python deps must be staged on the runner itself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2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Debugging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Two logs: GitLab job + AAP job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One log: GitLab job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2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AAP 2.5 -&gt; 2.7 upgrade impact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Job templates, credential type, and EE must be re-verified; awx CLI could reduce this risk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No AAP to upgrade; unaffected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2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Concurrency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AAP could run multiple job templates in parallel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 u="none" cap="none" strike="noStrike"/>
                        <a:t>Fixed BUILD_IP means only one build at a time either way (see MGMT /29 slide)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MGMT /29 build network + Content Library publish/subscribe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Build VM gets a static IP from a dedicated /29 in MGMT (214.x.x.x/24), reachable from missee-mgmt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BUILD_IP/BUILD_NETMASK/BUILD_GATEWAY/BUILD_HOSTNAME hardcoded once in .gitlab-ci.yml variables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Fixed IP = only one build at a time; preflight now checks BUILD_IP:22 and fails fast if it's still in use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cleanup always runs on main so the address is freed even after a failed pipeline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Builds and promotion happen in the MGMT vCenter / MGMT Content Library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D&amp;T vCenter subscribes to the MGMT library's publish URL to receive promoted (network-config-free) images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Verify VM-template sync works across that subscription in your vCenter version; fall back to OVF item_type if not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Risks and open items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Real BUILD_IP/BUILD_NETMASK/BUILD_GATEWAY/BUILD_HOSTNAME values still needed — .gitlab-ci.yml currently ships placeholders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Confirm whether the /29 is separately routed or just a reservation inside the /24 — changes the netmask/gateway to use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Airgapped install of pyvmomi/aiohttp/vSphere SDK + collections is a one-time setup task, not yet verified end-to-end on the Photon runner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Only one build can run at a time; a queue or a second /29 address would be needed for concurrent builds later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Confirm vCenter's cross-vCenter subscribed-library sync behavior for VM-template items before relying on it for promotion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If AAP is kept for other automations, the vCenter credential type built for it becomes unused by this pipeline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endParaRPr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For this pipeline specifically: runner-only (Option B) is the lower-maintenance choice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runner already has to run Ansible directly (attest stage) and already needs SSH reachability to the build VM (CINC scan) — Option B just extends that, it doesn't introduce a new capability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Option A's real value (centralized vCenter RBAC/audit, ad hoc launches) matters more if AAP is already the org's standard for every other vCenter automation, not just this one pipeline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If AAP stays for other workloads: consider the awx CLI (awxkit) instead of hand-rolled curl+python — shrinks launch-aap-job.sh and tracks the Controller API across 2.5 -&gt; 2.7 more reliably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This refactor (this deck's Option B) is implemented in the current branch: .gitlab-ci.yml, pipeline/includes/*, roles/image_build preflight guard, MGMT-renamed profile placeholders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